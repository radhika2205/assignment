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0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658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90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75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2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28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25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68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25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59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278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31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9DA64-9ABD-4AF0-9139-05639A7DB10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5867A-D19A-4978-BD06-47CE526F5B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63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8354" y="3027872"/>
            <a:ext cx="10550941" cy="81527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FF00"/>
                </a:solidFill>
              </a:rPr>
              <a:t>Data Visualization Techniques &amp; Best Practices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9547" y="6284853"/>
            <a:ext cx="3978166" cy="512762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Presented by: </a:t>
            </a:r>
            <a:r>
              <a:rPr lang="en-IN" dirty="0" err="1">
                <a:solidFill>
                  <a:srgbClr val="00B0F0"/>
                </a:solidFill>
                <a:latin typeface="Arial Black" panose="020B0A04020102020204" pitchFamily="34" charset="0"/>
              </a:rPr>
              <a:t>R</a:t>
            </a:r>
            <a:r>
              <a:rPr lang="en-IN" dirty="0" err="1" smtClean="0">
                <a:solidFill>
                  <a:srgbClr val="00B0F0"/>
                </a:solidFill>
                <a:latin typeface="Arial Black" panose="020B0A04020102020204" pitchFamily="34" charset="0"/>
              </a:rPr>
              <a:t>adhika</a:t>
            </a:r>
            <a:r>
              <a:rPr lang="en-IN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 </a:t>
            </a:r>
            <a:r>
              <a:rPr lang="en-IN" dirty="0">
                <a:solidFill>
                  <a:srgbClr val="00B0F0"/>
                </a:solidFill>
                <a:latin typeface="Arial Black" panose="020B0A04020102020204" pitchFamily="34" charset="0"/>
              </a:rPr>
              <a:t>P</a:t>
            </a:r>
            <a:r>
              <a:rPr lang="en-IN" dirty="0" smtClean="0">
                <a:solidFill>
                  <a:srgbClr val="00B0F0"/>
                </a:solidFill>
                <a:latin typeface="Arial Black" panose="020B0A04020102020204" pitchFamily="34" charset="0"/>
              </a:rPr>
              <a:t>atel </a:t>
            </a:r>
            <a:endParaRPr lang="en-IN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3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89887"/>
            <a:ext cx="11122458" cy="2275081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b="1" dirty="0" smtClean="0">
                <a:solidFill>
                  <a:srgbClr val="FFFF00"/>
                </a:solidFill>
                <a:latin typeface="Arial Black" panose="020B0A04020102020204" pitchFamily="34" charset="0"/>
              </a:rPr>
              <a:t>Introduction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65826" y="1888915"/>
            <a:ext cx="1108494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Data Visualization = Representation of data using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charts, graphs, and visuals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Purpose: To make complex data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easy to understand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analyze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communicate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637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FF00"/>
                </a:solidFill>
              </a:rPr>
              <a:t> </a:t>
            </a:r>
            <a:r>
              <a:rPr lang="en-US" sz="3600" b="1" dirty="0" smtClean="0">
                <a:solidFill>
                  <a:srgbClr val="FFFF00"/>
                </a:solidFill>
              </a:rPr>
              <a:t>Common </a:t>
            </a:r>
            <a:r>
              <a:rPr lang="en-US" sz="3600" b="1" dirty="0">
                <a:solidFill>
                  <a:srgbClr val="FFFF00"/>
                </a:solidFill>
              </a:rPr>
              <a:t>Data Visualization Techniques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426211"/>
              </p:ext>
            </p:extLst>
          </p:nvPr>
        </p:nvGraphicFramePr>
        <p:xfrm>
          <a:off x="294736" y="2183708"/>
          <a:ext cx="10515600" cy="35661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Used For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Examples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Bar Chart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Compare categories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</a:rPr>
                        <a:t>Sales by region, profit by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Line Chart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Show trends over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Stock prices, temperature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Pie Chart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Show proportions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Market share, budget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Histogram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Show frequency distribution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Age groups, income levels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Scatter Plot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Show relationships between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Height vs 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Heatmap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Show correlation or density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Correlation matrix, website clicks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Box Plot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Detect outliers &amp; spread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Exam scores, salary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1"/>
                          </a:solidFill>
                        </a:rPr>
                        <a:t>Tree Map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Show part-to-whole hierarchy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Revenue by 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882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535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FF00"/>
                </a:solidFill>
              </a:rPr>
              <a:t>Tools </a:t>
            </a:r>
            <a:r>
              <a:rPr lang="en-US" sz="3600" b="1" dirty="0">
                <a:solidFill>
                  <a:srgbClr val="FFFF00"/>
                </a:solidFill>
              </a:rPr>
              <a:t>for Data Visualization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4800" y="1256188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152400" y="1524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" y="1682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62974" y="2130725"/>
            <a:ext cx="3856007" cy="1906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529088" y="3046809"/>
            <a:ext cx="1012453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304800" y="30480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304800" y="320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" y="2400221"/>
            <a:ext cx="53090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 Libraries: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Matplotlib, Seaborn, Plotly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BI Tools: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Tableau, Power BI, Google Data Studio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Others: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Excel, Google Sheets</a:t>
            </a:r>
          </a:p>
        </p:txBody>
      </p:sp>
    </p:spTree>
    <p:extLst>
      <p:ext uri="{BB962C8B-B14F-4D97-AF65-F5344CB8AC3E}">
        <p14:creationId xmlns:p14="http://schemas.microsoft.com/office/powerpoint/2010/main" val="180444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239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Best Practices in Data Visualization</a:t>
            </a:r>
            <a:endParaRPr lang="en-US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-2503761" y="2059714"/>
            <a:ext cx="106070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smtClean="0">
                <a:solidFill>
                  <a:schemeClr val="bg1"/>
                </a:solidFill>
              </a:rPr>
              <a:t> 1</a:t>
            </a:r>
            <a:r>
              <a:rPr lang="en-US" b="1" dirty="0">
                <a:solidFill>
                  <a:schemeClr val="bg1"/>
                </a:solidFill>
              </a:rPr>
              <a:t>. Know Your Audience</a:t>
            </a:r>
            <a:r>
              <a:rPr lang="en-US" dirty="0">
                <a:solidFill>
                  <a:schemeClr val="bg1"/>
                </a:solidFill>
              </a:rPr>
              <a:t> – Choose visuals based on viewer’s understanding level.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2. Choose the Right Chart Type</a:t>
            </a:r>
            <a:r>
              <a:rPr lang="en-US" dirty="0">
                <a:solidFill>
                  <a:schemeClr val="bg1"/>
                </a:solidFill>
              </a:rPr>
              <a:t> – Match chart type to data type.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3. Keep It Simple</a:t>
            </a:r>
            <a:r>
              <a:rPr lang="en-US" dirty="0">
                <a:solidFill>
                  <a:schemeClr val="bg1"/>
                </a:solidFill>
              </a:rPr>
              <a:t> – Avoid clutter and 3D effects.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4. Use Colors Wisely</a:t>
            </a:r>
            <a:r>
              <a:rPr lang="en-US" dirty="0">
                <a:solidFill>
                  <a:schemeClr val="bg1"/>
                </a:solidFill>
              </a:rPr>
              <a:t> – Highlight key insights, maintain contrast.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5. Label Clearly</a:t>
            </a:r>
            <a:r>
              <a:rPr lang="en-US" dirty="0">
                <a:solidFill>
                  <a:schemeClr val="bg1"/>
                </a:solidFill>
              </a:rPr>
              <a:t> – Always label axes, legends, and titles.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6. Maintain Consistency</a:t>
            </a:r>
            <a:r>
              <a:rPr lang="en-US" dirty="0">
                <a:solidFill>
                  <a:schemeClr val="bg1"/>
                </a:solidFill>
              </a:rPr>
              <a:t> – Use the same scale and color scheme across visuals.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7. Focus on Insights</a:t>
            </a:r>
            <a:r>
              <a:rPr lang="en-US" dirty="0">
                <a:solidFill>
                  <a:schemeClr val="bg1"/>
                </a:solidFill>
              </a:rPr>
              <a:t> – Every visualization should answer a question.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8. Handle Outliers Carefully</a:t>
            </a:r>
            <a:r>
              <a:rPr lang="en-US" dirty="0">
                <a:solidFill>
                  <a:schemeClr val="bg1"/>
                </a:solidFill>
              </a:rPr>
              <a:t> – Show them clearly or explain if excluded.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22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185" y="166718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FF00"/>
                </a:solidFill>
              </a:rPr>
              <a:t>Importance of Data Visualization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31319" y="1951107"/>
            <a:ext cx="642668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Simplifies complex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Highlights trends and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Supports data-driven decision-making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Engages and informs the audience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Helps communicate insights effectively</a:t>
            </a:r>
          </a:p>
        </p:txBody>
      </p:sp>
    </p:spTree>
    <p:extLst>
      <p:ext uri="{BB962C8B-B14F-4D97-AF65-F5344CB8AC3E}">
        <p14:creationId xmlns:p14="http://schemas.microsoft.com/office/powerpoint/2010/main" val="1604387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02" y="39963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FFFF00"/>
                </a:solidFill>
              </a:rPr>
              <a:t>Conclusion</a:t>
            </a:r>
            <a:endParaRPr lang="en-IN" sz="3600" b="1" dirty="0">
              <a:solidFill>
                <a:srgbClr val="FFFF00"/>
              </a:solidFill>
              <a:latin typeface="Arial Black" panose="020B0A04020102020204" pitchFamily="34" charset="0"/>
              <a:ea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13702" y="2086276"/>
            <a:ext cx="806111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“A good visualization is not just beautiful — it’s meaningful, clear, and tells a story.”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44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220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Black</vt:lpstr>
      <vt:lpstr>Calibri</vt:lpstr>
      <vt:lpstr>Calibri bold</vt:lpstr>
      <vt:lpstr>Calibri Light</vt:lpstr>
      <vt:lpstr>Wingdings</vt:lpstr>
      <vt:lpstr>Office Theme</vt:lpstr>
      <vt:lpstr>Data Visualization Techniques &amp; Best Practices</vt:lpstr>
      <vt:lpstr>Introduction</vt:lpstr>
      <vt:lpstr> Common Data Visualization Techniques</vt:lpstr>
      <vt:lpstr>Tools for Data Visualization</vt:lpstr>
      <vt:lpstr>Best Practices in Data Visualization</vt:lpstr>
      <vt:lpstr>Importance of Data Visualization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 vs Denormalization in SQL (For Data Science)</dc:title>
  <dc:creator>Dell</dc:creator>
  <cp:lastModifiedBy>Microsoft account</cp:lastModifiedBy>
  <cp:revision>16</cp:revision>
  <dcterms:created xsi:type="dcterms:W3CDTF">2025-06-26T11:47:23Z</dcterms:created>
  <dcterms:modified xsi:type="dcterms:W3CDTF">2025-12-01T10:42:26Z</dcterms:modified>
</cp:coreProperties>
</file>